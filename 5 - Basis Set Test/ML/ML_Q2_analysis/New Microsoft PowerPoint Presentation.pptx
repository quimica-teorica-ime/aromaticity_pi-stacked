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0975-17FE-C25B-4D26-315C78491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DCC1E-3FB1-7112-38C0-6F4D03DE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730CD-4497-B551-E2CB-041C397F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86241-B79E-3F0F-8FAD-7C479A74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3A2E-CD7E-CB35-AB06-FBA6F4AC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86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6084-91E7-3EAD-2CE5-7EA4A290A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5FCB9-0CE1-0366-135C-DF9CAF7CF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8F11F-7FB8-62CC-6271-90509763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E7DDB-2E6A-5FB5-E12B-D0535F88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C651-4D15-C920-312A-876F6E8D9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0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8EB2-0576-12B9-1252-3C608C94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8B92A-334B-3A8B-9A0B-29A92F965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52149-C78C-B493-1AF8-5E6FA599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81189-1569-4107-326E-7D9F996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A3453-4AD7-FCAB-E475-8240AE89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E0C0-2B31-8BD1-7DD5-EEB05EF8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5368-B725-4662-3C89-B0FB30185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CFA12-8730-B984-50B4-BFBBD299A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711CB-80C1-CFFE-5342-40EDD17A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F5B0B-EC69-9696-B655-5FDFEE27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FA334-9EB1-1C2A-F4E5-293C5412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1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7E2D-C692-6C66-AE30-E4C0E56E6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1C3AB-A8A0-3249-391D-D460BF36A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4F9E-C362-AC12-C4DC-170250DFF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3D804-2E6E-0765-B98D-9BD5B2B6E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4C2E1-D0D8-8679-D01A-B6995E3AE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B73C-EF40-492F-A505-59FA01CA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88918-7895-A230-270F-9713AA17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1F247-EC86-6431-3DA4-C67BADB4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8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06AB-315F-A1FA-A6CB-2CB61257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13AB7-54AC-8D0A-FC27-F1AA8D77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F2EEF-D70D-F720-3ED6-3D2345DC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28504-40E9-7B6F-F43D-22F0810A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8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757929-9577-EBE1-7C6F-47A233E3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4E852-3B71-42DE-6B8D-1AD43DBC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3A93-4098-4E45-3E7F-A01EEE02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9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50BF-4D6F-6293-9AA6-D1DC9EC2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D698-421F-619B-412A-2B8E4B338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DA6C8-BFD4-253B-5EE0-E3D012D5E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40818-FA14-AD0C-0FDC-F4875538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F069E-A9B7-B3BE-6293-F8118B46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024CB-3C6C-17BD-9506-4A0F3502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7CDF-5021-0BA1-ACFD-67F4587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E26722-953D-4112-49DA-CC08EB884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43177-CC94-1846-604D-E5A2A32F6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C8580-EF8A-F958-E612-60BE21F2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BD351-29B5-47FC-ABA9-9FEC6868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5AD4B-DB7D-E99A-96C7-F2C07B17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5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04A5-C407-03B6-4233-385BB84C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1C4D2-93DB-5958-4936-39BC6BFC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8EE4-2D8D-AD98-5DAF-BE810C8F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87821-E62A-BB7D-C692-9A073106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5164-B2E0-8123-D4D3-A982CCB1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13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9D18E-37C4-1260-B349-576919963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E2602-E166-0435-F9AF-2343C3C19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10E81-AEE9-9DB6-776A-BE832EEF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72A93-A0D0-8A81-347E-9EA916C9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4CF9F-34DF-E8C7-E927-CECBDFEA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2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24A51-0066-7298-DD07-907EE7F7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64D0F-772D-9697-EC9F-F4C24E53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3763C-ED7F-1BF6-8957-E0EE7AB7C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FA641-DE3A-4016-877D-558ABE2C1923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23F79-2DD8-58EA-7D72-63C8A65F5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2086-7804-4138-710C-5D8000366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9A855-BF2F-4318-9BD7-EDFC3FF10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2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4BCAD75-129A-A3C4-06E2-CC4B91588E6D}"/>
              </a:ext>
            </a:extLst>
          </p:cNvPr>
          <p:cNvGrpSpPr/>
          <p:nvPr/>
        </p:nvGrpSpPr>
        <p:grpSpPr>
          <a:xfrm>
            <a:off x="-17088" y="-4000500"/>
            <a:ext cx="12212148" cy="15621000"/>
            <a:chOff x="-17088" y="-4000500"/>
            <a:chExt cx="12212148" cy="15621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1FE6D31-BDC1-D187-1732-A20C276465CC}"/>
                </a:ext>
              </a:extLst>
            </p:cNvPr>
            <p:cNvGrpSpPr/>
            <p:nvPr/>
          </p:nvGrpSpPr>
          <p:grpSpPr>
            <a:xfrm>
              <a:off x="0" y="-4000500"/>
              <a:ext cx="12195060" cy="15621000"/>
              <a:chOff x="0" y="-4000500"/>
              <a:chExt cx="12195060" cy="15621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A43D025-6B44-360A-D713-BB3A4F991526}"/>
                  </a:ext>
                </a:extLst>
              </p:cNvPr>
              <p:cNvSpPr/>
              <p:nvPr/>
            </p:nvSpPr>
            <p:spPr>
              <a:xfrm>
                <a:off x="0" y="-4000500"/>
                <a:ext cx="12192000" cy="15621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0B0BBE6-909A-2B01-0B9E-A54BD88509DA}"/>
                  </a:ext>
                </a:extLst>
              </p:cNvPr>
              <p:cNvGrpSpPr/>
              <p:nvPr/>
            </p:nvGrpSpPr>
            <p:grpSpPr>
              <a:xfrm>
                <a:off x="0" y="-3938024"/>
                <a:ext cx="12195060" cy="15549323"/>
                <a:chOff x="0" y="-3938024"/>
                <a:chExt cx="12195060" cy="1554932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38A392A7-7C88-6656-20E9-52909CB11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-59755"/>
                  <a:ext cx="6086868" cy="3941072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EC8E6ACA-2DCD-70BF-9087-213EFB06AB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-3938024"/>
                  <a:ext cx="6099060" cy="3938024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22D3CB17-56E8-6D55-C303-2B03EB60DD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16751" y="-59755"/>
                  <a:ext cx="6166117" cy="3938024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FA9D5CDB-2102-A4D8-96C1-DD828C6C80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3778558"/>
                  <a:ext cx="5998476" cy="3941072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77352407-CF97-4CFF-EC19-E93BE3E2B8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01549" y="3805718"/>
                  <a:ext cx="5998476" cy="3938024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8F926806-1B4A-751F-217B-59244CCC8F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7670227"/>
                  <a:ext cx="6022860" cy="3941072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4B5293F4-15C0-075D-5686-43713B00E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98476" y="7670227"/>
                  <a:ext cx="5998476" cy="3938024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63FD7C2-A75C-C254-7482-0EC7B67001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-3936309"/>
                  <a:ext cx="6129540" cy="3941072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77F467-6DA2-FFE5-FA98-107B8DF3F14D}"/>
                </a:ext>
              </a:extLst>
            </p:cNvPr>
            <p:cNvSpPr/>
            <p:nvPr/>
          </p:nvSpPr>
          <p:spPr>
            <a:xfrm>
              <a:off x="4292600" y="-3944309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48A58BF-DC3B-7BDE-9C58-26D15DD8A190}"/>
                </a:ext>
              </a:extLst>
            </p:cNvPr>
            <p:cNvSpPr/>
            <p:nvPr/>
          </p:nvSpPr>
          <p:spPr>
            <a:xfrm>
              <a:off x="10062228" y="-3961586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3CA5A9-3E66-3F26-2BB6-A01AC73EDF46}"/>
                </a:ext>
              </a:extLst>
            </p:cNvPr>
            <p:cNvSpPr/>
            <p:nvPr/>
          </p:nvSpPr>
          <p:spPr>
            <a:xfrm>
              <a:off x="10440053" y="-70678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856A0B7-B4E4-DA43-200B-006A8D00CE74}"/>
                </a:ext>
              </a:extLst>
            </p:cNvPr>
            <p:cNvSpPr/>
            <p:nvPr/>
          </p:nvSpPr>
          <p:spPr>
            <a:xfrm>
              <a:off x="4474863" y="-70678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F52CC49-D70B-722C-948F-CB6758D81844}"/>
                </a:ext>
              </a:extLst>
            </p:cNvPr>
            <p:cNvSpPr/>
            <p:nvPr/>
          </p:nvSpPr>
          <p:spPr>
            <a:xfrm>
              <a:off x="10440053" y="3783895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F8D8B51-1D54-7FCF-3140-24359B6BFF0E}"/>
                </a:ext>
              </a:extLst>
            </p:cNvPr>
            <p:cNvSpPr/>
            <p:nvPr/>
          </p:nvSpPr>
          <p:spPr>
            <a:xfrm>
              <a:off x="4461528" y="3765861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12DA269-9FB6-D802-905E-6D238C668CF6}"/>
                </a:ext>
              </a:extLst>
            </p:cNvPr>
            <p:cNvSpPr/>
            <p:nvPr/>
          </p:nvSpPr>
          <p:spPr>
            <a:xfrm>
              <a:off x="10407650" y="7643390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45DB055-13D8-AFBB-C5BC-E62C03A91839}"/>
                </a:ext>
              </a:extLst>
            </p:cNvPr>
            <p:cNvSpPr/>
            <p:nvPr/>
          </p:nvSpPr>
          <p:spPr>
            <a:xfrm>
              <a:off x="4371975" y="7670227"/>
              <a:ext cx="908050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1D5040-87C9-7FB7-1E05-46D8AA8B4EFD}"/>
                    </a:ext>
                  </a:extLst>
                </p:cNvPr>
                <p:cNvSpPr txBox="1"/>
                <p:nvPr/>
              </p:nvSpPr>
              <p:spPr>
                <a:xfrm>
                  <a:off x="4203833" y="-79341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1D5040-87C9-7FB7-1E05-46D8AA8B4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3833" y="-79341"/>
                  <a:ext cx="1073150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BA20711-E913-3918-9E17-48BFD0EB50F5}"/>
                    </a:ext>
                  </a:extLst>
                </p:cNvPr>
                <p:cNvSpPr txBox="1"/>
                <p:nvPr/>
              </p:nvSpPr>
              <p:spPr>
                <a:xfrm>
                  <a:off x="10219690" y="-101148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BA20711-E913-3918-9E17-48BFD0EB5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9690" y="-101148"/>
                  <a:ext cx="1073150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083A3B3-58DD-33A0-C007-0D52570E995D}"/>
                    </a:ext>
                  </a:extLst>
                </p:cNvPr>
                <p:cNvSpPr txBox="1"/>
                <p:nvPr/>
              </p:nvSpPr>
              <p:spPr>
                <a:xfrm>
                  <a:off x="4176927" y="3757336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083A3B3-58DD-33A0-C007-0D52570E9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927" y="3757336"/>
                  <a:ext cx="1073150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E4F4D4E-964E-2625-8851-9BD3D71CD86C}"/>
                    </a:ext>
                  </a:extLst>
                </p:cNvPr>
                <p:cNvSpPr txBox="1"/>
                <p:nvPr/>
              </p:nvSpPr>
              <p:spPr>
                <a:xfrm>
                  <a:off x="10196853" y="3791958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E4F4D4E-964E-2625-8851-9BD3D71CD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6853" y="3791958"/>
                  <a:ext cx="1073150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02E56B1-9884-13B0-8F78-0C6B0F575128}"/>
                    </a:ext>
                  </a:extLst>
                </p:cNvPr>
                <p:cNvSpPr txBox="1"/>
                <p:nvPr/>
              </p:nvSpPr>
              <p:spPr>
                <a:xfrm>
                  <a:off x="4176927" y="7643850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02E56B1-9884-13B0-8F78-0C6B0F575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927" y="7643850"/>
                  <a:ext cx="1073150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46CBA2E-F0ED-B9BA-61CA-5EA936BD03B8}"/>
                    </a:ext>
                  </a:extLst>
                </p:cNvPr>
                <p:cNvSpPr txBox="1"/>
                <p:nvPr/>
              </p:nvSpPr>
              <p:spPr>
                <a:xfrm>
                  <a:off x="10242550" y="7653042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46CBA2E-F0ED-B9BA-61CA-5EA936BD0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2550" y="7653042"/>
                  <a:ext cx="1073150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8C7C48B-A0F1-0DBA-09D9-43B9D4B466EA}"/>
                    </a:ext>
                  </a:extLst>
                </p:cNvPr>
                <p:cNvSpPr txBox="1"/>
                <p:nvPr/>
              </p:nvSpPr>
              <p:spPr>
                <a:xfrm>
                  <a:off x="4176927" y="-3963774"/>
                  <a:ext cx="1073150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𝑟𝑖𝑛𝑔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𝑎𝑡𝑜𝑚𝑠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8C7C48B-A0F1-0DBA-09D9-43B9D4B46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927" y="-3963774"/>
                  <a:ext cx="1073150" cy="325282"/>
                </a:xfrm>
                <a:prstGeom prst="rect">
                  <a:avLst/>
                </a:prstGeom>
                <a:blipFill>
                  <a:blip r:embed="rId16"/>
                  <a:stretch>
                    <a:fillRect r="-8523"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D73A8E8-B238-EC45-210F-8088E7AC0086}"/>
                    </a:ext>
                  </a:extLst>
                </p:cNvPr>
                <p:cNvSpPr txBox="1"/>
                <p:nvPr/>
              </p:nvSpPr>
              <p:spPr>
                <a:xfrm>
                  <a:off x="10012801" y="-3971046"/>
                  <a:ext cx="1073150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𝑧𝑧</m:t>
                                </m:r>
                              </m:sub>
                            </m:sSub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𝑟𝑖𝑛𝑔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𝑎𝑡𝑜𝑚𝑠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D73A8E8-B238-EC45-210F-8088E7AC00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2801" y="-3971046"/>
                  <a:ext cx="1073150" cy="326243"/>
                </a:xfrm>
                <a:prstGeom prst="rect">
                  <a:avLst/>
                </a:prstGeom>
                <a:blipFill>
                  <a:blip r:embed="rId17"/>
                  <a:stretch>
                    <a:fillRect r="-11932"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153C28A-106C-FA33-7A52-EFAFCB9F56D3}"/>
                </a:ext>
              </a:extLst>
            </p:cNvPr>
            <p:cNvSpPr txBox="1"/>
            <p:nvPr/>
          </p:nvSpPr>
          <p:spPr>
            <a:xfrm>
              <a:off x="16450" y="-3944309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a)</a:t>
              </a:r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98F49B3-32EB-E112-37F4-4F3073D62BAA}"/>
                </a:ext>
              </a:extLst>
            </p:cNvPr>
            <p:cNvSpPr txBox="1"/>
            <p:nvPr/>
          </p:nvSpPr>
          <p:spPr>
            <a:xfrm>
              <a:off x="6138672" y="-3944309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b)</a:t>
              </a:r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EB5FE4-4D2D-F260-A960-AF49A62C562B}"/>
                </a:ext>
              </a:extLst>
            </p:cNvPr>
            <p:cNvSpPr txBox="1"/>
            <p:nvPr/>
          </p:nvSpPr>
          <p:spPr>
            <a:xfrm>
              <a:off x="-17088" y="33810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c)</a:t>
              </a:r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014F1A-AFD4-78D8-BBF1-04C4AE6068AD}"/>
                </a:ext>
              </a:extLst>
            </p:cNvPr>
            <p:cNvSpPr txBox="1"/>
            <p:nvPr/>
          </p:nvSpPr>
          <p:spPr>
            <a:xfrm>
              <a:off x="6105134" y="33810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d)</a:t>
              </a:r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B7531DC-33CB-16C3-F395-E86C846D8964}"/>
                </a:ext>
              </a:extLst>
            </p:cNvPr>
            <p:cNvSpPr txBox="1"/>
            <p:nvPr/>
          </p:nvSpPr>
          <p:spPr>
            <a:xfrm>
              <a:off x="16450" y="3820660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e)</a:t>
              </a:r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3E31C3-23BE-6E1A-84AE-200A54A73D5E}"/>
                </a:ext>
              </a:extLst>
            </p:cNvPr>
            <p:cNvSpPr txBox="1"/>
            <p:nvPr/>
          </p:nvSpPr>
          <p:spPr>
            <a:xfrm>
              <a:off x="6138672" y="3820660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f)</a:t>
              </a:r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44A816-3D31-FA81-7099-F010F329D095}"/>
                </a:ext>
              </a:extLst>
            </p:cNvPr>
            <p:cNvSpPr txBox="1"/>
            <p:nvPr/>
          </p:nvSpPr>
          <p:spPr>
            <a:xfrm>
              <a:off x="0" y="7637401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g)</a:t>
              </a:r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622BCD-286A-0BB0-0051-2102307B42D7}"/>
                </a:ext>
              </a:extLst>
            </p:cNvPr>
            <p:cNvSpPr txBox="1"/>
            <p:nvPr/>
          </p:nvSpPr>
          <p:spPr>
            <a:xfrm>
              <a:off x="6122222" y="7637401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h)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832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4EF3C718-4405-BA9C-F885-7224F8C77BA6}"/>
              </a:ext>
            </a:extLst>
          </p:cNvPr>
          <p:cNvGrpSpPr/>
          <p:nvPr/>
        </p:nvGrpSpPr>
        <p:grpSpPr>
          <a:xfrm>
            <a:off x="-13112" y="-60917"/>
            <a:ext cx="12893986" cy="18513545"/>
            <a:chOff x="-13112" y="-60917"/>
            <a:chExt cx="12893986" cy="185135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F7AF3A-9887-AD96-0DBE-5ECE96D78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440437" cy="461772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929ADA-43B3-678D-B02B-C03C90F47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437" y="0"/>
              <a:ext cx="6440437" cy="46146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B116B4-4A5B-B9FE-764C-2C8C65868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4614681"/>
              <a:ext cx="6440437" cy="46177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A93EC23-1A32-6C91-9CD0-9A110DF61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436" y="4614681"/>
              <a:ext cx="6440437" cy="46146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E1E6C75-F5F0-16AD-522D-56B7F26F1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" y="9226314"/>
              <a:ext cx="6440437" cy="46177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826C54-0EF6-E141-97DB-2822E7587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436" y="9229362"/>
              <a:ext cx="6440437" cy="46146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217DB54-4972-EB86-7F37-F921D46F6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" y="13834899"/>
              <a:ext cx="6440437" cy="461772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1DD1FB1-CA84-3FC3-E3A6-EA747CD77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434" y="13836422"/>
              <a:ext cx="6440437" cy="4614681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BC6C28C-7D23-0A88-713D-A231A7B1FF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7324" y="0"/>
              <a:ext cx="13110" cy="18451103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6F6AA2D-9D11-2A04-65CB-4E498044C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4611633"/>
              <a:ext cx="12880871" cy="45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BEF4073-BC69-5831-67FC-DD9F881D8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9194175"/>
              <a:ext cx="12880871" cy="45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BD52B86-DD57-68CC-732F-8C1EFBA63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12" y="13853723"/>
              <a:ext cx="12880871" cy="4571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94A5F4E-961F-3749-BF3D-11B04E6CF5F6}"/>
                </a:ext>
              </a:extLst>
            </p:cNvPr>
            <p:cNvSpPr txBox="1"/>
            <p:nvPr/>
          </p:nvSpPr>
          <p:spPr>
            <a:xfrm>
              <a:off x="0" y="27679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a)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3F58F6-2323-996E-BA33-D6F685D95B51}"/>
                </a:ext>
              </a:extLst>
            </p:cNvPr>
            <p:cNvSpPr txBox="1"/>
            <p:nvPr/>
          </p:nvSpPr>
          <p:spPr>
            <a:xfrm>
              <a:off x="6453314" y="84448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b)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5CF623-0C6F-81D4-0D42-269FAAB27449}"/>
                </a:ext>
              </a:extLst>
            </p:cNvPr>
            <p:cNvSpPr txBox="1"/>
            <p:nvPr/>
          </p:nvSpPr>
          <p:spPr>
            <a:xfrm>
              <a:off x="0" y="4686541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c)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A430DE2-C114-A4CA-56C0-D90B7342F0AB}"/>
                </a:ext>
              </a:extLst>
            </p:cNvPr>
            <p:cNvSpPr txBox="1"/>
            <p:nvPr/>
          </p:nvSpPr>
          <p:spPr>
            <a:xfrm>
              <a:off x="6453314" y="4653466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d)</a:t>
              </a:r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D31E29-3DB2-3F3C-A0E7-14709342E589}"/>
                </a:ext>
              </a:extLst>
            </p:cNvPr>
            <p:cNvSpPr txBox="1"/>
            <p:nvPr/>
          </p:nvSpPr>
          <p:spPr>
            <a:xfrm>
              <a:off x="0" y="9251767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e)</a:t>
              </a:r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FB07297-07E7-065B-61B4-CAD9065986BD}"/>
                </a:ext>
              </a:extLst>
            </p:cNvPr>
            <p:cNvSpPr txBox="1"/>
            <p:nvPr/>
          </p:nvSpPr>
          <p:spPr>
            <a:xfrm>
              <a:off x="6453314" y="9252917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f)</a:t>
              </a:r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1FC5FF-D020-C7A4-75D3-0534DEE700DA}"/>
                </a:ext>
              </a:extLst>
            </p:cNvPr>
            <p:cNvSpPr txBox="1"/>
            <p:nvPr/>
          </p:nvSpPr>
          <p:spPr>
            <a:xfrm>
              <a:off x="0" y="13922535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g)</a:t>
              </a:r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ACB00A-0A4B-5DCD-AC08-F39E78CD330E}"/>
                </a:ext>
              </a:extLst>
            </p:cNvPr>
            <p:cNvSpPr txBox="1"/>
            <p:nvPr/>
          </p:nvSpPr>
          <p:spPr>
            <a:xfrm>
              <a:off x="6453314" y="13889460"/>
              <a:ext cx="1073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i="0" dirty="0">
                  <a:latin typeface="+mj-lt"/>
                </a:rPr>
                <a:t>h)</a:t>
              </a:r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DDF1603-2C17-B2E6-5FB1-90019DA9A44C}"/>
                </a:ext>
              </a:extLst>
            </p:cNvPr>
            <p:cNvSpPr/>
            <p:nvPr/>
          </p:nvSpPr>
          <p:spPr>
            <a:xfrm>
              <a:off x="9539030" y="17299"/>
              <a:ext cx="2456119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9A20DF7-1A2B-49E0-D6A9-A40C9B687FA2}"/>
                </a:ext>
              </a:extLst>
            </p:cNvPr>
            <p:cNvSpPr/>
            <p:nvPr/>
          </p:nvSpPr>
          <p:spPr>
            <a:xfrm>
              <a:off x="3596355" y="21563"/>
              <a:ext cx="1680192" cy="2238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E26B09D-D28B-BD9A-8F46-B0F2EEBB9765}"/>
                    </a:ext>
                  </a:extLst>
                </p:cNvPr>
                <p:cNvSpPr txBox="1"/>
                <p:nvPr/>
              </p:nvSpPr>
              <p:spPr>
                <a:xfrm>
                  <a:off x="3938690" y="-37082"/>
                  <a:ext cx="1073150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𝑟𝑖𝑛𝑔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𝑎𝑡𝑜𝑚𝑠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E26B09D-D28B-BD9A-8F46-B0F2EEBB9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690" y="-37082"/>
                  <a:ext cx="1073150" cy="325282"/>
                </a:xfrm>
                <a:prstGeom prst="rect">
                  <a:avLst/>
                </a:prstGeom>
                <a:blipFill>
                  <a:blip r:embed="rId10"/>
                  <a:stretch>
                    <a:fillRect r="-8523"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E736DAB-C6EF-2DDD-D5BF-20FC2B9B0881}"/>
                    </a:ext>
                  </a:extLst>
                </p:cNvPr>
                <p:cNvSpPr txBox="1"/>
                <p:nvPr/>
              </p:nvSpPr>
              <p:spPr>
                <a:xfrm>
                  <a:off x="10230514" y="-60917"/>
                  <a:ext cx="1073150" cy="326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𝑧𝑧</m:t>
                                </m:r>
                              </m:sub>
                            </m:sSub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𝑟𝑖𝑛𝑔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𝑎𝑡𝑜𝑚𝑠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E736DAB-C6EF-2DDD-D5BF-20FC2B9B0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0514" y="-60917"/>
                  <a:ext cx="1073150" cy="326243"/>
                </a:xfrm>
                <a:prstGeom prst="rect">
                  <a:avLst/>
                </a:prstGeom>
                <a:blipFill>
                  <a:blip r:embed="rId11"/>
                  <a:stretch>
                    <a:fillRect r="-11932" b="-18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4A6D9B6-62C8-652A-66CE-65AC9B54585F}"/>
                </a:ext>
              </a:extLst>
            </p:cNvPr>
            <p:cNvSpPr/>
            <p:nvPr/>
          </p:nvSpPr>
          <p:spPr>
            <a:xfrm>
              <a:off x="3596355" y="4669329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72051F3-EF6D-203B-0A9E-6116016EDB2A}"/>
                </a:ext>
              </a:extLst>
            </p:cNvPr>
            <p:cNvSpPr/>
            <p:nvPr/>
          </p:nvSpPr>
          <p:spPr>
            <a:xfrm>
              <a:off x="10152856" y="4657489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16E4207-612A-51DB-2C69-622308F1D4A1}"/>
                    </a:ext>
                  </a:extLst>
                </p:cNvPr>
                <p:cNvSpPr txBox="1"/>
                <p:nvPr/>
              </p:nvSpPr>
              <p:spPr>
                <a:xfrm>
                  <a:off x="3938690" y="4649972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16E4207-612A-51DB-2C69-622308F1D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690" y="4649972"/>
                  <a:ext cx="1073150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4C4AA25-1082-F12F-E852-DED8D1135B98}"/>
                </a:ext>
              </a:extLst>
            </p:cNvPr>
            <p:cNvSpPr/>
            <p:nvPr/>
          </p:nvSpPr>
          <p:spPr>
            <a:xfrm>
              <a:off x="9895032" y="9233104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6534DDA-9E52-E3F0-F66E-085F01374BFE}"/>
                </a:ext>
              </a:extLst>
            </p:cNvPr>
            <p:cNvSpPr/>
            <p:nvPr/>
          </p:nvSpPr>
          <p:spPr>
            <a:xfrm>
              <a:off x="3441483" y="9230892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DCB047F-3409-703F-8E2D-444264A93CEC}"/>
                    </a:ext>
                  </a:extLst>
                </p:cNvPr>
                <p:cNvSpPr txBox="1"/>
                <p:nvPr/>
              </p:nvSpPr>
              <p:spPr>
                <a:xfrm>
                  <a:off x="3938405" y="9243388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DCB047F-3409-703F-8E2D-444264A93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405" y="9243388"/>
                  <a:ext cx="1073150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DD71A63-6007-551F-60FF-B140BA022E9E}"/>
                    </a:ext>
                  </a:extLst>
                </p:cNvPr>
                <p:cNvSpPr txBox="1"/>
                <p:nvPr/>
              </p:nvSpPr>
              <p:spPr>
                <a:xfrm>
                  <a:off x="10230514" y="9216047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DD71A63-6007-551F-60FF-B140BA022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0514" y="9216047"/>
                  <a:ext cx="1073150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06D0630-ED09-C5C5-BFD2-9D994D0D9357}"/>
                    </a:ext>
                  </a:extLst>
                </p:cNvPr>
                <p:cNvSpPr txBox="1"/>
                <p:nvPr/>
              </p:nvSpPr>
              <p:spPr>
                <a:xfrm>
                  <a:off x="10366014" y="4663142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06D0630-ED09-C5C5-BFD2-9D994D0D93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014" y="4663142"/>
                  <a:ext cx="1073150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2DFD956-C73B-02B2-8311-C0990C3AFE5B}"/>
                </a:ext>
              </a:extLst>
            </p:cNvPr>
            <p:cNvSpPr/>
            <p:nvPr/>
          </p:nvSpPr>
          <p:spPr>
            <a:xfrm>
              <a:off x="3331363" y="13887387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5C6E386-3DC2-46EE-B2E8-D8C82C9A22FB}"/>
                </a:ext>
              </a:extLst>
            </p:cNvPr>
            <p:cNvSpPr/>
            <p:nvPr/>
          </p:nvSpPr>
          <p:spPr>
            <a:xfrm>
              <a:off x="9835324" y="13874659"/>
              <a:ext cx="1680192" cy="25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6F06A32-49EC-468B-2730-A7586C7DBEF6}"/>
                    </a:ext>
                  </a:extLst>
                </p:cNvPr>
                <p:cNvSpPr txBox="1"/>
                <p:nvPr/>
              </p:nvSpPr>
              <p:spPr>
                <a:xfrm>
                  <a:off x="3938405" y="13832390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|"/>
                            <m:endChr m:val="|"/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86F06A32-49EC-468B-2730-A7586C7DB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405" y="13832390"/>
                  <a:ext cx="1073150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84F5907-B3EF-89FE-CAA0-2025F3F5E213}"/>
                    </a:ext>
                  </a:extLst>
                </p:cNvPr>
                <p:cNvSpPr txBox="1"/>
                <p:nvPr/>
              </p:nvSpPr>
              <p:spPr>
                <a:xfrm>
                  <a:off x="10230514" y="13829205"/>
                  <a:ext cx="10731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𝑧𝑧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84F5907-B3EF-89FE-CAA0-2025F3F5E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0514" y="13829205"/>
                  <a:ext cx="1073150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13769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66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Maximo</dc:creator>
  <cp:lastModifiedBy>Matheus Maximo</cp:lastModifiedBy>
  <cp:revision>5</cp:revision>
  <dcterms:created xsi:type="dcterms:W3CDTF">2026-08-27T08:25:22Z</dcterms:created>
  <dcterms:modified xsi:type="dcterms:W3CDTF">2026-08-27T13:18:06Z</dcterms:modified>
</cp:coreProperties>
</file>